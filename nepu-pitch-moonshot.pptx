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560320" cy="256032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Ñepyrũ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digital para emprendedores paraguayos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27432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803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una empresa no debería ser difícil.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Ñepyrũ lo hace en minutos.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1148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Moonshot 2026 · ueno bank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Voccel Studio · Paraguay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Emprender en Paraguay es caro, lento y técnicamente complejo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74320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💸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caro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Zoho, Salesforce y similares cuestan USD 50-500/mes. Inaccesible para la PyME paraguaya.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74320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6304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29000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 en inglés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29260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globales no entienden el contexto local: RUC, guaraníes, Tigo Money.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74320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🔧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55080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Demasiado complejo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29260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meses de implementación, consultores y capacitación. El emprendedor necesita operar hoy.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78% de las PyMEs paraguayas aún opera con papel, Excel o sin sistema alguno.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ecosistema digital completo, listo en minutos, en español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566160" y="1828800"/>
            <a:ext cx="2011680" cy="20116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Ñepyrũ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6616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central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01168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20116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Ñemuha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completo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1920240"/>
            <a:ext cx="201168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1920240"/>
            <a:ext cx="20116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Freelow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4297680"/>
            <a:ext cx="201168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0" y="4297680"/>
            <a:ext cx="2011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4480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Módulos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49040" y="4892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Facturación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2514600"/>
            <a:ext cx="11887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577840" y="2514600"/>
            <a:ext cx="100584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Tres productos terminados. Un ecosistema unificado.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43200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7432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Ñemuha · ERP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Ventas y facturación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Inventario y stock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883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Caja multi-moneda (₲/$/€)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723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Nómina y empleados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Proveedores y compras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Reportes y analytics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617720"/>
            <a:ext cx="2560320" cy="22860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617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Terminado y en producción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371600"/>
            <a:ext cx="2743200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371600"/>
            <a:ext cx="27432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Freelow · PM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1920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Gestión de proyectos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304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Tablero Kanban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26883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Clientes y CRM básico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0723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Finanzas y cobros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456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16 temas visuales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840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Vista colaborador compartible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4617720"/>
            <a:ext cx="2560320" cy="22860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4617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Terminado y en producción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1371600"/>
            <a:ext cx="2743200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1371600"/>
            <a:ext cx="2743200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Ñepyrũ · Hub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1920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Login único (Supabase Auth)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2304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Dashboard unificado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26883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KPIs en tiempo real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30723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Alertas del ecosistema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3456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Sincronización de temas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3840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Acceso rápido a apps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4617720"/>
            <a:ext cx="2560320" cy="228600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4617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 · voccelstudio.github.io/nepu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mercado enorme y sin solución local accesible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74320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220K+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 registradas en Paraguay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MIC Paraguay 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74320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$180M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383280" y="2468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software empresarial LATAM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PyMEs · 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74320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países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inmediata posible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· AR · UY · BO — mismo problema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8412480" cy="1234440"/>
          </a:xfrm>
          <a:prstGeom prst="rect">
            <a:avLst/>
          </a:prstGeom>
          <a:solidFill>
            <a:srgbClr val="1E2A3A"/>
          </a:solidFill>
          <a:ln w="12700">
            <a:solidFill>
              <a:srgbClr val="6366F1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Ñepyrũ gana?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069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Local · en español · con RUC y guaraníes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069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Precio accesible para la PyME paraguaya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389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Onboarding en minutos, no meses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4389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en Paraguay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único + suscripción mensual = ingresos recurrentes predecibles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743200" cy="3383280"/>
          </a:xfrm>
          <a:prstGeom prst="rect">
            <a:avLst/>
          </a:prstGeom>
          <a:solidFill>
            <a:srgbClr val="111827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2258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USD 29/mes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99 setup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136392"/>
            <a:ext cx="21945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9184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Ñemuha ERP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6301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Ñepyrũ Dashboard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968496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usuario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3068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por email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417320"/>
            <a:ext cx="2743200" cy="33832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MÁS POPULAR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83280" y="2258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USD 59/mes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83280" y="2788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149 setup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3136392"/>
            <a:ext cx="2194560" cy="0"/>
          </a:xfrm>
          <a:prstGeom prst="line">
            <a:avLst/>
          </a:prstGeom>
          <a:noFill/>
          <a:ln w="635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29184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Ñemuha + Freelow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6301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Ñepyrũ 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968496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usuarios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43068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prioritario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417320"/>
            <a:ext cx="2743200" cy="3383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55080" y="2258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USD 99/mes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355080" y="2788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249 setup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37960" y="3136392"/>
            <a:ext cx="21945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329184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Ecosistema completo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46520" y="36301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Usuarios ilimitados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3968496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Capacitación incluida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43068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24/7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800600"/>
            <a:ext cx="8503920" cy="182880"/>
          </a:xfrm>
          <a:prstGeom prst="rect">
            <a:avLst/>
          </a:prstGeom>
          <a:solidFill>
            <a:srgbClr val="1E2A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80060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conservadora: 50 clientes en 12 meses = USD 2.950/mes MRR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Productos terminados, live y funcionando hoy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76809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42316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-27432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0" cy="68580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-274320" y="2834640"/>
            <a:ext cx="228600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-18288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Ñemuha v1.0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-18288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completo en producción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42316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737360"/>
            <a:ext cx="0" cy="685800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286000" y="2834640"/>
            <a:ext cx="228600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7744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Freelow v1.0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live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15000" y="2423160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1737360"/>
            <a:ext cx="0" cy="685800"/>
          </a:xfrm>
          <a:prstGeom prst="line">
            <a:avLst/>
          </a:prstGeom>
          <a:noFill/>
          <a:ln w="12700">
            <a:solidFill>
              <a:srgbClr val="6366F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846320" y="2834640"/>
            <a:ext cx="228600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Ñepyrũ v1.0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central con auth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75320" y="2423160"/>
            <a:ext cx="274320" cy="27432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 2026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12480" y="1737360"/>
            <a:ext cx="0" cy="685800"/>
          </a:xfrm>
          <a:prstGeom prst="line">
            <a:avLst/>
          </a:prstGeom>
          <a:noFill/>
          <a:ln w="12700">
            <a:solidFill>
              <a:srgbClr val="F5C84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406640" y="2834640"/>
            <a:ext cx="228600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C842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9808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Moonshot 🚀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Postulación y escalado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1E2A3A"/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voccelstudio.github.io/nepu   ·   voccelstudio.github.io/nemuha   ·   voccelstudio.github.io/freelow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Builders que ya entregaron el producto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91640" y="1417320"/>
            <a:ext cx="1463040" cy="1463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91640" y="150876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Fundador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· Producto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3931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Visión de producto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4187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Estrategia de negocio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44439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Relaciones con clientes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1417320"/>
            <a:ext cx="1463040" cy="1463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150876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21208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Fundador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· Desarrollo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3931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Arquitectura full-stack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0" y="4187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React · Supabase · Node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44439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UX / Diseño de interfaces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 integrantes  ·  ✓ Mayores de 14 años  ·  ✓ Residencia legal en Paraguay  ·  ✓ Inglés intermedio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PEDIMOS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Inversión para escalar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ya construimos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1148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11680"/>
            <a:ext cx="54864" cy="1005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Desarrollo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468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módulos · CRM · facturación · integraciones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41148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011680"/>
            <a:ext cx="5486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103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760720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Adquisición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2468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· ventas · primeros 50 clientes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41148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0040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Infraestructura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657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· Supabase Pro · dominio propio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200400"/>
            <a:ext cx="41148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200400"/>
            <a:ext cx="54864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291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76072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 &amp; Admin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60720" y="3657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· contratos · contabilidad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0" y="4526280"/>
            <a:ext cx="5486400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828800" y="4526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Ñepyrũ está listo. Paraguay también. 🇵🇾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Ñepyrũ — Pitch Deck Moonshot 2026</dc:title>
  <dc:subject>PptxGenJS Presentation</dc:subject>
  <dc:creator>Voccel Studio</dc:creator>
  <cp:lastModifiedBy>Voccel Studio</cp:lastModifiedBy>
  <cp:revision>1</cp:revision>
  <dcterms:created xsi:type="dcterms:W3CDTF">2026-03-27T12:52:39Z</dcterms:created>
  <dcterms:modified xsi:type="dcterms:W3CDTF">2026-03-27T12:52:39Z</dcterms:modified>
</cp:coreProperties>
</file>